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料金比較表v2。サキュレは中古1,980円・新品2,980円の2プライス制。競合比で最安値水準。初期費用ゼロ・配送回収無料・生協独占提携可能が差別化ポイント。競合価格は概算（公開情報ベース）。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3点セット（冷蔵庫80L・洗濯機4.2kg・電子レンジ）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※てぶらでどっとこむは6点セット（冷蔵庫90L・洗濯機4.5kg・電子レンジ固定＋選択3点）月5,500円。3点のみプランは要確認。かして！どっとこむは公式実績値。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Text 5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サキュレ（当社）  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中古（リユース）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1,980円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solidFill>
            <a:srgbClr val="C05F4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2,980円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01952" y="1170432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1170432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79008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68896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01952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1,980 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01952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145536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F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2,980 円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45536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389120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2,875 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0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（新品・2年／4年1,604円）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779008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 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79008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（6点セット）※3点は要確認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168896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68896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（一括購入）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68896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47,520 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71,520 円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389120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69,000 円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389120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（新品・2年）※4年77,000円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779008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要確認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779008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（6点セット基準）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168896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（初期一括）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168896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7168896" y="277063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7168896" y="306324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68896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7168896" y="329184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7168896" y="3584448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1901952" y="3776472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45536" y="3776472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389120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779008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01952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1901952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3145536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3145536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4389120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4389120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5779008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779008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329184" y="4352544"/>
            <a:ext cx="822960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7" name="Text 105"/>
          <p:cNvSpPr/>
          <p:nvPr/>
        </p:nvSpPr>
        <p:spPr>
          <a:xfrm>
            <a:off x="420624" y="435254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中古（リユース）なら月1,980円・2年合計47,520円で競合比▲21,480円。初期費用ゼロ・配送回収無料。中小規模大学の生協とは独占提携が可能です。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2026-07-24T07:38:27Z</dcterms:created>
  <dcterms:modified xsi:type="dcterms:W3CDTF">2026-07-24T07:38:27Z</dcterms:modified>
</cp:coreProperties>
</file>