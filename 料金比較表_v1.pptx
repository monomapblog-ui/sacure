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料金比較表v2。サキュレは中古1,980円・新品2,980円の2プライス制。競合比で最安値水準。初期費用ゼロ・配送回収無料・生協独占提携可能が差別化ポイント。競合価格は概算（公開情報ベース）。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0"/>
            <a:ext cx="8778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　3点セット（冷蔵庫80L・洗濯機4.2kg・電子レンジ）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※てぶらでどっとこむは6点セット（冷蔵庫90L・洗濯機4.5kg・電子レンジ固定＋選択3点）月5,500円。3点のみプランは要確認。かして！どっとこむは公式実績値。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Text 5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サキュレ（当社）  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solidFill>
            <a:srgbClr val="33333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solidFill>
            <a:srgbClr val="DD7E6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中古（リユース）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solidFill>
            <a:srgbClr val="C05F4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かして！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てぶらで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どっとこむ※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新品購入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（参考）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月額費用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901952" y="1170432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45536" y="1170432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79008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68896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01952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円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901952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2年契約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145536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5F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2,480 円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145536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2年契約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389120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2,875 円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389120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新品2年 ／ 4年1,604円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779008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5,500 円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779008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6点セット ／ 3点要確認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168896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168896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一括購入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2年間合計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89120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79008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68896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45,120 円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59,520 円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389120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69,000 円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389120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 ※4年77,000円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79008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要確認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779008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6点セット基準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168896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5.5〜8万円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168896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初期一括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初期費用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5.5〜8万円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168896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168896" y="2770632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有料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7168896" y="306324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（別途）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回収・返却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68896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168896" y="3291840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廃棄費用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7168896" y="3584448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（自己負担）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生協提携</a:t>
            </a: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1901952" y="3776472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145536" y="3776472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389120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779008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901952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1901952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3145536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3145536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4389120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4389120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5779008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5779008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329184" y="4352544"/>
            <a:ext cx="822960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7" name="Text 105"/>
          <p:cNvSpPr/>
          <p:nvPr/>
        </p:nvSpPr>
        <p:spPr>
          <a:xfrm>
            <a:off x="420624" y="4352544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中古（リユース）なら月1,880円・2年合計45,120円で競合比▲23,880円。初期費用ゼロ・配送回収無料。中小規模大学の生協とは独占提携が可能です。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2026-07-24T07:54:27Z</dcterms:created>
  <dcterms:modified xsi:type="dcterms:W3CDTF">2026-07-24T07:54:27Z</dcterms:modified>
</cp:coreProperties>
</file>