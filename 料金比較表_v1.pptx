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料金比較表。サキュレの3点セット月額2,083円（2年50,000円）は競合比較で最安値水準。初期費用ゼロ・配送回収無料・生協独占提携可能が差別化ポイント。競合価格は概算（公開情報ベース）。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0"/>
            <a:ext cx="8778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　3点セット（冷蔵庫・洗濯機・電子レンジ）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48463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※競合価格は公開情報をもとにした概算。正確な金額は各社サイトでご確認ください。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267712" y="694944"/>
            <a:ext cx="1700784" cy="493776"/>
          </a:xfrm>
          <a:prstGeom prst="rect">
            <a:avLst/>
          </a:prstGeom>
          <a:solidFill>
            <a:srgbClr val="DD7E6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67712" y="694944"/>
            <a:ext cx="170078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（当社）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68496" y="694944"/>
            <a:ext cx="1700784" cy="49377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68496" y="694944"/>
            <a:ext cx="170078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かして！どっとこむ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0" y="694944"/>
            <a:ext cx="1700784" cy="49377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694944"/>
            <a:ext cx="170078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てぶらで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70064" y="694944"/>
            <a:ext cx="1700784" cy="49377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70064" y="694944"/>
            <a:ext cx="170078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新品購入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（参考）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7472" y="694944"/>
            <a:ext cx="1920240" cy="493776"/>
          </a:xfrm>
          <a:prstGeom prst="rect">
            <a:avLst/>
          </a:prstGeom>
          <a:solidFill>
            <a:srgbClr val="33333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694944"/>
            <a:ext cx="1920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" y="1188720"/>
            <a:ext cx="1920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188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月額費用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67712" y="1188720"/>
            <a:ext cx="1700784" cy="548640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2252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2,083 円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67712" y="152704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（2年契約）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968496" y="118872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68496" y="12252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3,200〜4,500 円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68496" y="152704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（概算）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69280" y="118872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0" y="12252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2,900〜4,200 円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0" y="152704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（概算）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70064" y="118872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70064" y="12252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円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70064" y="152704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（一括購入）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47472" y="1737360"/>
            <a:ext cx="1920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17373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2年間合計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267712" y="1737360"/>
            <a:ext cx="1700784" cy="548640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67712" y="173736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円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968496" y="173736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68496" y="173736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76,800〜108,000 円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0" y="173736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0" y="173736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69,600〜100,800 円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370064" y="173736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70064" y="177393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370064" y="207568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（初期一括）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47472" y="2286000"/>
            <a:ext cx="1920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472" y="22860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267712" y="2286000"/>
            <a:ext cx="1700784" cy="548640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67712" y="228600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968496" y="228600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68496" y="228600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0" y="228600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0" y="228600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370064" y="228600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70064" y="228600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47472" y="2834640"/>
            <a:ext cx="1920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7472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2267712" y="2834640"/>
            <a:ext cx="1700784" cy="548640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267712" y="283464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968496" y="283464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68496" y="283464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69280" y="283464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69280" y="283464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370064" y="283464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70064" y="287121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有料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370064" y="317296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（別途）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47472" y="3383280"/>
            <a:ext cx="1920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47472" y="33832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回収・返却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2267712" y="3383280"/>
            <a:ext cx="1700784" cy="548640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267712" y="338328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968496" y="338328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68496" y="338328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669280" y="338328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669280" y="338328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370064" y="3383280"/>
            <a:ext cx="1700784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370064" y="341985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廃棄費用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7370064" y="372160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（自己負担）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7472" y="3931920"/>
            <a:ext cx="1920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47472" y="39319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生協提携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267712" y="3931920"/>
            <a:ext cx="1700784" cy="548640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67712" y="39684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267712" y="427024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3968496" y="393192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68496" y="39684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3968496" y="427024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5669280" y="393192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669280" y="3968496"/>
            <a:ext cx="1700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669280" y="4270248"/>
            <a:ext cx="17007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7370064" y="3931920"/>
            <a:ext cx="170078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370064" y="3931920"/>
            <a:ext cx="17007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347472" y="4553712"/>
            <a:ext cx="8723376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7" name="Text 85"/>
          <p:cNvSpPr/>
          <p:nvPr/>
        </p:nvSpPr>
        <p:spPr>
          <a:xfrm>
            <a:off x="438912" y="4553712"/>
            <a:ext cx="8540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サキュレは業界最安値水準（月額2,083円）・初期費用ゼロ・生協独占提携可で、中小規模大学への先行参入に最適です。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2026-07-24T05:12:15Z</dcterms:created>
  <dcterms:modified xsi:type="dcterms:W3CDTF">2026-07-24T05:12:15Z</dcterms:modified>
</cp:coreProperties>
</file>