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営業仮戦略候補 全12チャンネル。①追加チャンネル（④〜⑨）：リスト化紙DM・SNS広告・大学イベントビラ・留学生サイト・不動産仲介・国際交流協会。②ニッチ特化（⑩〜⑮）：地方小規模大学・留学エージェント・多言語SNS・国際課直営業・専門学校日本語学校・留学生OB口コ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懸念と回答。①生協契約できる？→競合未提携校が多い・複数チャンネルあり・PoC先行。②留学生は借りる？→月2083円で参入障壁低い・生活必需品・市場実証済み。③誰が動く？→既存人員で初年度対応可能な規模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91840" y="17190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749040" y="23774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35〜45回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303580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70〜90件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63440" y="3694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150〜200件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029200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アポ化率40〜50%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廃棄物回収からリユース家電を調達、仕入れコストほぼゼロ。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初期は新品で補う場合あり（調達コストは限定的）。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営業仮戦略候補（追加検討チャンネル 全12案）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68096"/>
            <a:ext cx="402336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76809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追加チャンネル　④〜⑨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6984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069848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" y="1193292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1932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56432" y="1106424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3456432" y="110642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49808" y="114300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1728216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728216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7472" y="1851660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18516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56432" y="1764792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456432" y="1764792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749808" y="18013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2386584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2386584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472" y="2510028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25100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56432" y="2423160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3456432" y="2423160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49808" y="2459736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044952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044952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" y="3168396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" y="31683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56432" y="3081528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3456432" y="3081528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49808" y="3118104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703320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703320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347472" y="3826764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347472" y="38267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56432" y="3739896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3739896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49808" y="3776472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74320" y="436168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320" y="4361688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4" name="Shape 42"/>
          <p:cNvSpPr/>
          <p:nvPr/>
        </p:nvSpPr>
        <p:spPr>
          <a:xfrm>
            <a:off x="347472" y="4485132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347472" y="44851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56432" y="4398264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3456432" y="439826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49808" y="443484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846320" y="768096"/>
            <a:ext cx="4023360" cy="256032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0" name="Text 48"/>
          <p:cNvSpPr/>
          <p:nvPr/>
        </p:nvSpPr>
        <p:spPr>
          <a:xfrm>
            <a:off x="4846320" y="76809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ニッチ特化　⑩〜⑮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846320" y="106984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6320" y="1069848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3" name="Shape 51"/>
          <p:cNvSpPr/>
          <p:nvPr/>
        </p:nvSpPr>
        <p:spPr>
          <a:xfrm>
            <a:off x="4919472" y="1193292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54" name="Text 52"/>
          <p:cNvSpPr/>
          <p:nvPr/>
        </p:nvSpPr>
        <p:spPr>
          <a:xfrm>
            <a:off x="4919472" y="11932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028432" y="1106424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6" name="Text 54"/>
          <p:cNvSpPr/>
          <p:nvPr/>
        </p:nvSpPr>
        <p:spPr>
          <a:xfrm>
            <a:off x="8028432" y="110642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21808" y="114300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競合未進出の地方小規模大学へ先手営業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46320" y="1728216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6320" y="1728216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0" name="Shape 58"/>
          <p:cNvSpPr/>
          <p:nvPr/>
        </p:nvSpPr>
        <p:spPr>
          <a:xfrm>
            <a:off x="4919472" y="1851660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1" name="Text 59"/>
          <p:cNvSpPr/>
          <p:nvPr/>
        </p:nvSpPr>
        <p:spPr>
          <a:xfrm>
            <a:off x="4919472" y="18516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028432" y="1764792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3" name="Text 61"/>
          <p:cNvSpPr/>
          <p:nvPr/>
        </p:nvSpPr>
        <p:spPr>
          <a:xfrm>
            <a:off x="8028432" y="1764792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321808" y="18013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留学エージェント（海外送り出し機関）提携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846320" y="2386584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46320" y="2386584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7" name="Shape 65"/>
          <p:cNvSpPr/>
          <p:nvPr/>
        </p:nvSpPr>
        <p:spPr>
          <a:xfrm>
            <a:off x="4919472" y="2510028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8" name="Text 66"/>
          <p:cNvSpPr/>
          <p:nvPr/>
        </p:nvSpPr>
        <p:spPr>
          <a:xfrm>
            <a:off x="4919472" y="25100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028432" y="2423160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70" name="Text 68"/>
          <p:cNvSpPr/>
          <p:nvPr/>
        </p:nvSpPr>
        <p:spPr>
          <a:xfrm>
            <a:off x="8028432" y="2423160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2〜4月・9月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321808" y="2459736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多言語SNS広告（WeChat・TikTok）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4846320" y="3044952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846320" y="3044952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74" name="Shape 72"/>
          <p:cNvSpPr/>
          <p:nvPr/>
        </p:nvSpPr>
        <p:spPr>
          <a:xfrm>
            <a:off x="4919472" y="3168396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75" name="Text 73"/>
          <p:cNvSpPr/>
          <p:nvPr/>
        </p:nvSpPr>
        <p:spPr>
          <a:xfrm>
            <a:off x="4919472" y="31683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028432" y="3081528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77" name="Text 75"/>
          <p:cNvSpPr/>
          <p:nvPr/>
        </p:nvSpPr>
        <p:spPr>
          <a:xfrm>
            <a:off x="8028432" y="3081528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321808" y="3118104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 国際課・留学生担当教員へ直接営業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846320" y="3703320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46320" y="3703320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81" name="Shape 79"/>
          <p:cNvSpPr/>
          <p:nvPr/>
        </p:nvSpPr>
        <p:spPr>
          <a:xfrm>
            <a:off x="4919472" y="3826764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82" name="Text 80"/>
          <p:cNvSpPr/>
          <p:nvPr/>
        </p:nvSpPr>
        <p:spPr>
          <a:xfrm>
            <a:off x="4919472" y="38267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028432" y="3739896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84" name="Text 82"/>
          <p:cNvSpPr/>
          <p:nvPr/>
        </p:nvSpPr>
        <p:spPr>
          <a:xfrm>
            <a:off x="8028432" y="3739896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321808" y="3776472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専門学校・日本語学校ターゲット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846320" y="436168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46320" y="4361688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88" name="Shape 86"/>
          <p:cNvSpPr/>
          <p:nvPr/>
        </p:nvSpPr>
        <p:spPr>
          <a:xfrm>
            <a:off x="4919472" y="4485132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89" name="Text 87"/>
          <p:cNvSpPr/>
          <p:nvPr/>
        </p:nvSpPr>
        <p:spPr>
          <a:xfrm>
            <a:off x="4919472" y="44851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028432" y="4398264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91" name="Text 89"/>
          <p:cNvSpPr/>
          <p:nvPr/>
        </p:nvSpPr>
        <p:spPr>
          <a:xfrm>
            <a:off x="8028432" y="439826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5321808" y="443484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留学生OBの口コミネットワーク活用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49808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804672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本当に生協と契約できるの？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21208" y="1170432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29844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225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競合大手（アリスシステム等）は大規模校中心。留学生比率が高い中小規模の生協は未提携校が多数残っており、先手で入れば独占できる。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48132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生協が断っても専門学校・日本語学校・KB経由など複数チャンネルあり。1チャンネル頼みではない構造。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" y="181051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173736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まず1〜2校とPoC提携 → 実績をつくって横展開する。最初から50校狙わない。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194560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194560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2249424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留学生は本当に借りるの？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21208" y="2615184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27432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67004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来日初日に現金5万円を一括で払える留学生は多くない。月2,083円に分割すれば収入が不安定な学生でも契約しやすい。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" y="29992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292608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冷蔵庫・洗濯機・電子レンジは生活必需品。「借りない・買わない」という選択肢が事実上ない。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" y="325526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18211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類似サービス（かして！どっとこむ等）がすでに市場で成立しており、需要の実在は証明済み。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639312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639312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694176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誰が動く？人手は足りる？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208" y="4059936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418795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11480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初年度400件ペース（週8件）なら既存ルートセールスが生協訪問を兼務できる規模感。専任1名体制から始める想定。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" y="444398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37083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配送・設置は既存トラック・ドライバーが対応（廃棄物収集ルートと訪問先が重複）。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" y="470001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6268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整備（リファービッシュ）は埼玉倉庫スタッフが担当。追加採用は稼働300件超えてから検討で十分。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ターゲットリスト36〜41校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アポ70〜90件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35〜45回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70〜90件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150〜200件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5〜10件/週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315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042416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1024128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対象36大学の洗い出しと訪問日程の仮決め（7月末までに完了）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1389888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389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1371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1737360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1737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1719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221992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2532888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532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" y="2514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2880360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880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2862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3227832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22783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2960" y="3209544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7315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042416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66360" y="1024128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46320" y="1389888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389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1371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846320" y="1737360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1737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66360" y="1719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709160" y="2221992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2532888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2532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166360" y="2514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846320" y="2880360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2880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66360" y="2862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3712464"/>
            <a:ext cx="8412480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7" name="Text 55"/>
          <p:cNvSpPr/>
          <p:nvPr/>
        </p:nvSpPr>
        <p:spPr>
          <a:xfrm>
            <a:off x="502920" y="3712464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大学訪問スケジュール（対象36校 ／ 9・10月入学留学生ターゲット）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217920" y="3712464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E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8月末までに訪問完了必須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65760" y="3931920"/>
            <a:ext cx="84124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Text 58"/>
          <p:cNvSpPr/>
          <p:nvPr/>
        </p:nvSpPr>
        <p:spPr>
          <a:xfrm>
            <a:off x="475488" y="3931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時期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920240" y="393192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訪問予定大学（抜粋）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48272" y="393192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43216" y="393192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475488" y="411480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7月後半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1920240" y="4114800"/>
            <a:ext cx="4736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大東文化大・東洋大・立教大（7/27確定）＋追加校調整中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748272" y="41148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〜5校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443216" y="4114800"/>
            <a:ext cx="1298448" cy="20116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69" name="Text 67"/>
          <p:cNvSpPr/>
          <p:nvPr/>
        </p:nvSpPr>
        <p:spPr>
          <a:xfrm>
            <a:off x="7443216" y="411480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一部確定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1" name="Text 69"/>
          <p:cNvSpPr/>
          <p:nvPr/>
        </p:nvSpPr>
        <p:spPr>
          <a:xfrm>
            <a:off x="475488" y="43159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8月前半（1〜15日）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920240" y="4315968"/>
            <a:ext cx="4736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調整中（早稲田・明治・法政・慶應・上智・東洋理科・都立大 ほか）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6748272" y="431596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〜16校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443216" y="4315968"/>
            <a:ext cx="1298448" cy="20116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5" name="Text 73"/>
          <p:cNvSpPr/>
          <p:nvPr/>
        </p:nvSpPr>
        <p:spPr>
          <a:xfrm>
            <a:off x="7443216" y="4315968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アポ取得中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/>
          <p:nvPr/>
        </p:nvSpPr>
        <p:spPr>
          <a:xfrm>
            <a:off x="475488" y="45171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8月後半（16〜31日）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920240" y="4517136"/>
            <a:ext cx="4736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調整中（帝京・桜美林・文教・駒澤・電通大・一橋・ICU ほか）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6748272" y="451713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〜15校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443216" y="4517136"/>
            <a:ext cx="1298448" cy="20116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81" name="Text 79"/>
          <p:cNvSpPr/>
          <p:nvPr/>
        </p:nvSpPr>
        <p:spPr>
          <a:xfrm>
            <a:off x="7443216" y="4517136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未定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365760" y="4901184"/>
            <a:ext cx="8412480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3" name="Text 81"/>
          <p:cNvSpPr/>
          <p:nvPr/>
        </p:nvSpPr>
        <p:spPr>
          <a:xfrm>
            <a:off x="365760" y="490118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8月末チェック：全36校への訪問完了・提案資料持参完了・生協提携商談5校以上着手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2026-07-24T08:16:55Z</dcterms:created>
  <dcterms:modified xsi:type="dcterms:W3CDTF">2026-07-24T08:16:55Z</dcterms:modified>
</cp:coreProperties>
</file>