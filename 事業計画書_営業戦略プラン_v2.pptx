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追加営業仮戦略候補6件。リスト化紙DM・SNS広告・大学イベントビラ・留学生サイト掲載・不動産仲介提携・国際交流協会経由。優先度と実現性を検討しながら順次実施。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よくある懸念と回答。①生協契約できる？→競合未提携校が多い・複数チャンネルあり・PoC先行。②留学生は借りる？→月2083円で参入障壁低い・生活必需品・市場実証済み。③誰が動く？→既存人員で初年度対応可能な規模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ニッチ特化営業戦略候補6件。競合未進出地方大学・留学エージェント提携・多言語SNS広告・国際課直営業・専門学校日本語学校・留学生OB口コミ。田舎小規模大学の留学生に先手で入り独占ポジション獲得を狙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廃棄物回収網からリユース家電を調達（コストほぼゼロ）。ただし初期は台数にばらつきがあり、新品（調達コスト発生）で補う可能性がある。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営業仮戦略候補（追加検討）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以下は現在検討中の追加チャンネル案です。優先度・実現性を確認しながら順次着手する想定です。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リスト化＋紙DM郵送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新入生・在学留学生のリストを整備し、案内状を郵送。大学から入手可能な情報を活用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2〜4月重点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SNS広告（Instagram・LINE）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学生層へターゲティング広告。入学シーズンに集中出稿してリーチを確保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大学イベントでのビラ配り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入学式・新歓・オープンキャンパスで直接配布。QRコードで申込につなげる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留学生情報サイト掲載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JASSO・留学生センター等の情報サイトへの掲載。在日留学生への認知獲得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不動産仲介・管理会社提携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新入生の入居時に紹介。KB 2,000円/件で動機づけ。既存訪問先250社と重複可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国際交流協会・市区役所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外国人支援窓口・国際交流協会経由で留学生に案内。公的信頼性も付加できる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よくある懸念と回答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49808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804672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本当に生協と契約できるの？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21208" y="1170432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29844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225296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競合大手（アリスシステム等）は大規模校中心。留学生比率が高い中小規模の生協は未提携校が多数残っており、先手で入れば独占できる。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155448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48132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生協が断っても専門学校・日本語学校・KB経由など複数チャンネルあり。1チャンネル頼みではない構造。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" y="181051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173736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まず1〜2校とPoC提携 → 実績をつくって横展開する。最初から50校狙わない。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194560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194560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2249424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留学生は本当に借りるの？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21208" y="2615184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274320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67004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来日初日に現金5万円を一括で払える留学生は多くない。月2,083円に分割すれば収入が不安定な学生でも契約しやすい。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" y="29992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292608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冷蔵庫・洗濯機・電子レンジは生活必需品。「借りない・買わない」という選択肢が事実上ない。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" y="325526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18211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類似サービス（かして！どっとこむ等）がすでに市場で成立しており、需要の実在は証明済み。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639312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639312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Shape 29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Text 30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694176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誰が動く？人手は足りる？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208" y="4059936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418795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11480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初年度400件ペース（週8件）なら既存ルートセールスが生協訪問を兼務できる規模感。専任1名体制から始める想定。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" y="444398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37083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配送・設置は既存トラック・ドライバーが対応（廃棄物収集ルートと訪問先が重複）。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" y="4700016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626864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整備（リファービッシュ）は埼玉倉庫スタッフが担当。追加採用は稼働300件超えてから検討で十分。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営業仮戦略候補②（ニッチ特化）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競合が少ない「田舎の小規模大学留学生」を狙うニッチ特化戦略。先手で入れば独占的ポジションを築ける。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883664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競合未進出の地方小規模大学へ先手営業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大手生協チェーンが提携していない郊外・地方の小規模大学に絞ってアプローチ。競合不在で独占ポジションを獲得しやすい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382512" y="1170432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留学エージェント（海外送り出し機関）提携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来日前の段階で家電セットを提案。渡航パッケージに組み込んでもらうことで入国前から顧客確保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883664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多言語SNS広告（WeChat・TikTok）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中国語・ベトナム語・英語で配信。中国系はWeChat、東南アジア系はFacebook/TikTokで出身国別に訴求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382512" y="2487168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 国際課・留学生担当教員へ直接営業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国際課の担当者1人を押さえれば全留学生に案内できる。教職員紹介なら信頼性も高く成約率が上がる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883664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随時（複数期）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専門学校・日本語学校ターゲット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生協がなく競合が少ない。留学生比率が高く、入学タイミングが複数回あるため年間通じて需要がある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8046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ニッチ戦略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382512" y="3803904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留学生OBの口コミネットワーク活用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卒業・帰国した留学生が後輩に紹介。SNS（LINE・WeChat）の先輩→後輩ルートは信頼度が最も高い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ターゲット生協リスト作成（50〜80校：大学名・担当部署・TEL）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12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437997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846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846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846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09160" y="2916936"/>
            <a:ext cx="4160520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846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846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7月末時点でのチェック：リスト作成完了・棚卸し完了・提案資料初稿完成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2026-07-24T02:40:36Z</dcterms:created>
  <dcterms:modified xsi:type="dcterms:W3CDTF">2026-07-24T02:40:36Z</dcterms:modified>
</cp:coreProperties>
</file>