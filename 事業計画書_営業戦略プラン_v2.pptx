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追加営業仮戦略候補6件。リスト化紙DM・SNS広告・大学イベントビラ・留学生サイト掲載・不動産仲介提携・国際交流協会経由。優先度と実現性を検討しながら順次実施。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ニッチ特化営業戦略候補6件。競合未進出地方大学・留学エージェント提携・多言語SNS広告・国際課直営業・専門学校日本語学校・留学生OB口コミ。田舎小規模大学の留学生に先手で入り独占ポジション獲得を狙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以下は現在検討中の追加チャンネル案です。優先度・実現性を確認しながら順次着手する想定です。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新入生・在学留学生のリストを整備し、案内状を郵送。大学から入手可能な情報を活用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2〜4月重点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学生層へターゲティング広告。入学シーズンに集中出稿してリーチを確保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入学式・新歓・オープンキャンパスで直接配布。QRコードで申込につなげる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JASSO・留学生センター等の情報サイトへの掲載。在日留学生への認知獲得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新入生の入居時に紹介。KB 2,000円/件で動機づけ。既存訪問先250社と重複可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外国人支援窓口・国際交流協会経由で留学生に案内。公的信頼性も付加できる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営業仮戦略候補②（ニッチ特化）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競合が少ない「田舎の小規模大学留学生」を狙うニッチ特化戦略。先手で入れば独占的ポジションを築ける。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競合未進出の地方小規模大学へ先手営業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大手生協チェーンが提携していない郊外・地方の小規模大学に絞ってアプローチ。競合不在で独占ポジションを獲得しやすい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留学エージェント（海外送り出し機関）提携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来日前の段階で家電セットを提案。渡航パッケージに組み込んでもらうことで入国前から顧客確保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多言語SNS広告（WeChat・TikTok）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中国語・ベトナム語・英語で配信。中国系はWeChat、東南アジア系はFacebook/TikTokで出身国別に訴求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 国際課・留学生担当教員へ直接営業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国際課の担当者1人を押さえれば全留学生に案内できる。教職員紹介なら信頼性も高く成約率が上がる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随時（複数期）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専門学校・日本語学校ターゲット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生協がなく競合が少ない。留学生比率が高く、入学タイミングが複数回あるため年間通じて需要がある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留学生OBの口コミネットワーク活用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卒業・帰国した留学生が後輩に紹介。SNS（LINE・WeChat）の先輩→後輩ルートは信頼度が最も高い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37997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846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846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846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09160" y="2916936"/>
            <a:ext cx="4160520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846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846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2026-07-24T01:25:14Z</dcterms:created>
  <dcterms:modified xsi:type="dcterms:W3CDTF">2026-07-24T01:25:14Z</dcterms:modified>
</cp:coreProperties>
</file>